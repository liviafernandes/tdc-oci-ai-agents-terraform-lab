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64000" cy="770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6000" y="268000"/>
            <a:ext cx="5494000" cy="4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Arial"/>
              </a:rPr>
              <a:t>TDC OCI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6000" y="670000"/>
            <a:ext cx="5494000" cy="2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E6E6E"/>
                </a:solidFill>
                <a:latin typeface="Arial"/>
              </a:rPr>
              <a:t>Arquitetura da solução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6000" y="1058600"/>
            <a:ext cx="3618000" cy="0"/>
          </a:xfrm>
          <a:prstGeom prst="line">
            <a:avLst/>
          </a:prstGeom>
          <a:ln w="38100">
            <a:solidFill>
              <a:srgbClr val="C746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36000" y="2680000"/>
            <a:ext cx="2010000" cy="3082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90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00" y="3216000"/>
            <a:ext cx="938000" cy="93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6000" y="4422000"/>
            <a:ext cx="2010000" cy="5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B1B1B"/>
                </a:solidFill>
                <a:latin typeface="Arial"/>
              </a:rPr>
              <a:t>Navegador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000" y="6298000"/>
            <a:ext cx="2010000" cy="7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EBE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6000" y="6298000"/>
            <a:ext cx="2010000" cy="737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E6E6E"/>
                </a:solidFill>
                <a:latin typeface="Arial"/>
              </a:rPr>
              <a:t>Telegram (opcional)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2000" y="1742000"/>
            <a:ext cx="6298000" cy="5226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25400">
            <a:solidFill>
              <a:srgbClr val="9696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9600" y="1835800"/>
            <a:ext cx="3162400" cy="30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E6E6E"/>
                </a:solidFill>
                <a:latin typeface="Arial"/>
              </a:rPr>
              <a:t>OCI — sua tenancy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4000" y="2680000"/>
            <a:ext cx="2546000" cy="308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500" y="3182500"/>
            <a:ext cx="871000" cy="87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84000" y="4355000"/>
            <a:ext cx="2546000" cy="3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1B1B"/>
                </a:solidFill>
                <a:latin typeface="Arial"/>
              </a:rPr>
              <a:t>VM instance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8000" y="4757000"/>
            <a:ext cx="2278000" cy="46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E6E6E"/>
                </a:solidFill>
                <a:latin typeface="Arial"/>
              </a:rPr>
              <a:t>server.js</a:t>
            </a:r>
          </a:p>
          <a:p>
            <a:pPr algn="ctr"/>
            <a:r>
              <a:rPr sz="1300" b="0">
                <a:solidFill>
                  <a:srgbClr val="6E6E6E"/>
                </a:solidFill>
                <a:latin typeface="Arial"/>
              </a:rPr>
              <a:t>RAG + tool-calling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6000" y="2680000"/>
            <a:ext cx="2546000" cy="308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500" y="3182500"/>
            <a:ext cx="871000" cy="87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66000" y="4355000"/>
            <a:ext cx="2546000" cy="3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B1B1B"/>
                </a:solidFill>
                <a:latin typeface="Arial"/>
              </a:rPr>
              <a:t>OCI Generative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16000" y="3350000"/>
            <a:ext cx="2412000" cy="17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EBE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6500" y="3350000"/>
            <a:ext cx="2211000" cy="17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E6E6E"/>
                </a:solidFill>
                <a:latin typeface="Arial"/>
              </a:rPr>
              <a:t>API pública da</a:t>
            </a:r>
          </a:p>
          <a:p>
            <a:pPr algn="ctr"/>
            <a:r>
              <a:rPr sz="1400" b="0">
                <a:solidFill>
                  <a:srgbClr val="6E6E6E"/>
                </a:solidFill>
                <a:latin typeface="Arial"/>
              </a:rPr>
              <a:t>programação TDC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46000" y="4221000"/>
            <a:ext cx="938000" cy="0"/>
          </a:xfrm>
          <a:prstGeom prst="line">
            <a:avLst/>
          </a:prstGeom>
          <a:ln w="31750">
            <a:solidFill>
              <a:srgbClr val="3C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479000" y="5695000"/>
            <a:ext cx="1072000" cy="636500"/>
          </a:xfrm>
          <a:prstGeom prst="line">
            <a:avLst/>
          </a:prstGeom>
          <a:ln w="31750">
            <a:solidFill>
              <a:srgbClr val="3C3C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30000" y="4221000"/>
            <a:ext cx="536000" cy="0"/>
          </a:xfrm>
          <a:prstGeom prst="line">
            <a:avLst/>
          </a:prstGeom>
          <a:ln w="31750">
            <a:solidFill>
              <a:srgbClr val="3C3C3C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80000" y="4221000"/>
            <a:ext cx="536000" cy="0"/>
          </a:xfrm>
          <a:prstGeom prst="line">
            <a:avLst/>
          </a:prstGeom>
          <a:ln w="31750">
            <a:solidFill>
              <a:srgbClr val="3C3C3C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